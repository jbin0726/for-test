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DLP 테스트 발표자료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내부 기밀 - 외부 반출 금지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